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60" r:id="rId7"/>
    <p:sldId id="258" r:id="rId8"/>
    <p:sldId id="263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D790A-5CC4-426E-AA88-8371AE626A10}" type="datetimeFigureOut">
              <a:rPr lang="nl-BE" smtClean="0"/>
              <a:t>6/06/2026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79062-8951-4794-A108-17A6DB70DC7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672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79062-8951-4794-A108-17A6DB70DC73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33177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 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79062-8951-4794-A108-17A6DB70DC73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41313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96E4D-A882-7B86-6F28-DA81D692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EF6E1D4-CD63-E8C8-5369-FDBE5E30A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D8AEDED-95D0-AC20-DF48-C7B89F92E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 =&gt; Wander, Seek, Face, Flee. EQS for pathfinding, Also easier to </a:t>
            </a:r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leave houses.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No blended steering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BE360A9-67FA-0BCF-C6FA-C0D5194AC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79062-8951-4794-A108-17A6DB70DC73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7526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79062-8951-4794-A108-17A6DB70DC73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55903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DRIES FIERENS</a:t>
            </a:r>
            <a:endParaRPr lang="en-BE" sz="4400" b="1" dirty="0"/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A84C4AE-949B-B99F-A69A-B4300F5B9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62" y="2450319"/>
            <a:ext cx="11567076" cy="333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A261CF16-1710-A8C6-CBC6-3C4298094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58" y="3245199"/>
            <a:ext cx="4684208" cy="147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98DB0A2-075C-5174-72FF-192D32DE0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5" y="2480376"/>
            <a:ext cx="4430980" cy="297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CFD4-5E7B-CBD7-B7D1-B59999D2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4535-273A-4FF4-8B51-EC678399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15174528-3D74-7DBC-12BA-8FEF48E863B5}"/>
              </a:ext>
            </a:extLst>
          </p:cNvPr>
          <p:cNvSpPr txBox="1"/>
          <p:nvPr/>
        </p:nvSpPr>
        <p:spPr>
          <a:xfrm>
            <a:off x="4351930" y="1690688"/>
            <a:ext cx="284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/>
              <a:t>Seek</a:t>
            </a:r>
            <a:r>
              <a:rPr lang="nl-BE" dirty="0"/>
              <a:t>, </a:t>
            </a:r>
            <a:r>
              <a:rPr lang="nl-BE" dirty="0" err="1"/>
              <a:t>Wander</a:t>
            </a:r>
            <a:r>
              <a:rPr lang="nl-BE" dirty="0"/>
              <a:t>, Face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b="1" dirty="0" err="1"/>
              <a:t>Flee</a:t>
            </a:r>
            <a:endParaRPr lang="nl-BE" b="1" dirty="0"/>
          </a:p>
        </p:txBody>
      </p:sp>
    </p:spTree>
    <p:extLst>
      <p:ext uri="{BB962C8B-B14F-4D97-AF65-F5344CB8AC3E}">
        <p14:creationId xmlns:p14="http://schemas.microsoft.com/office/powerpoint/2010/main" val="419767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22E8645-D3D4-2FE0-29EE-179F24A3B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48" y="3264176"/>
            <a:ext cx="5455452" cy="150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114</Words>
  <Application>Microsoft Office PowerPoint</Application>
  <PresentationFormat>Breedbeeld</PresentationFormat>
  <Paragraphs>15</Paragraphs>
  <Slides>6</Slides>
  <Notes>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Dries Fierens</cp:lastModifiedBy>
  <cp:revision>42</cp:revision>
  <dcterms:created xsi:type="dcterms:W3CDTF">2021-12-17T12:45:32Z</dcterms:created>
  <dcterms:modified xsi:type="dcterms:W3CDTF">2026-06-06T11:53:19Z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